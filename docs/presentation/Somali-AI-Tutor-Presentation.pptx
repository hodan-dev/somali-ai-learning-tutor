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AI Learning Tutor for Somali Students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→  Practice  →  Ask AI  →  Improve  →  Track  →  Complete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Presenter 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/ Program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students have limited access to interactive digital learning resources.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study subjects without immediate guidance or feedback.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concepts in STEM and English can be hard to understand independently.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lack of Somali-friendly AI educational support.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rarely combine lessons, exercises, progress tracking, and an AI tutor in one place.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2/17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interactive learning platform for Somali students.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lessons for Mathematics, Physics, Chemistry, Biology, and English.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 with instant feedback, hints, and retry.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chatbot that answers questions using lesson context (Somali-friendly).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so students can see what they completed and what remains.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 to manage courses, lessons (including PDF upload), and student progress.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3/17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Admin roles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subjects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lessons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layout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0972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7532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/ T-F / short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&amp; feedback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support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Lesson-aware chat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guidance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35661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42976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Per-course 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learning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35661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75320" y="42976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&amp; modules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text lessons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overview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4/17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88920" cy="4937760"/>
          </a:xfrm>
          <a:prstGeom prst="roundRect">
            <a:avLst>
              <a:gd name="adj" fmla="val 3279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14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(service worker)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88920" cy="4937760"/>
          </a:xfrm>
          <a:prstGeom prst="roundRect">
            <a:avLst>
              <a:gd name="adj" fmla="val 327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514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(PDF upload)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compression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051560"/>
            <a:ext cx="2788920" cy="4937760"/>
          </a:xfrm>
          <a:prstGeom prst="roundRect">
            <a:avLst>
              <a:gd name="adj" fmla="val 3279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34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2514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 SQLite3)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@google/genai SDK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API cache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chunk context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89720" y="1051560"/>
            <a:ext cx="2788920" cy="4937760"/>
          </a:xfrm>
          <a:prstGeom prst="roundRect">
            <a:avLst>
              <a:gd name="adj" fmla="val 327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234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0" y="1783080"/>
            <a:ext cx="2514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health checks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empty states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5/17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1051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Admin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9659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965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8803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691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31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39319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931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Cache + PWA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temporary data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39319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3931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3520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53492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stays on the server (.env). Frontend never talks to Gemini directly.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Implemented with SQLite + in-memory/PWA caching (not MongoDB/Redis).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6/17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asks a question in the lesson AI panel or Tutor page.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React sends POST /api/ai/chat to the Express backend (with JWT).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Backend loads lesson context / chunks from SQLite.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calls Google Gemini via @google/genai (key from .env).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Gemini returns an educational, Somali-friendly explanation.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Backend returns the answer to the student UI.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If Gemini is unavailable, a local Somali tutor fallback still replies.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7/17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Health &amp; 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status checked via GET /api/health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response reports: ok, app name, AI provider, SDK, configured flag, model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{ "ok": true, "ai": { "provider": "google-ai-studio", "configured": true } }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 verify JWT and role (STUDENT / ADMIN).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errors return clear status codes without leaking secrets.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overload: retry with fallback model when needed.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covers loading, empty, and error UI states.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8/17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(SRS Highlights)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0972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/ logout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5 subject courses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lessons &amp; exercises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Tutor with context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per course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content management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3258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&amp; roles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STUDENT, ADMIN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never in frontend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UI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 (cache + lazy routes)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Somali-friendly UX &amp; copy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9/17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&amp; Caching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JWT tokens (7-day expiry) stored client-side; verified on protected API routes.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— never stored in plain text.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API cache for course list/detail (X-Cache: HIT) to reduce DB work.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 caches JS/CSS/fonts for faster repeat visits.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compression on API responses.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React routes shrink the first page load.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holds permanent data (users, courses, lessons, progress, chats).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10/17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Overview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55680" cy="4937760"/>
        </p:xfrm>
        <a:graphic>
          <a:graphicData uri="http://schemas.openxmlformats.org/drawingml/2006/table">
            <a:tbl>
              <a:tblPr/>
              <a:tblGrid>
                <a:gridCol w="2560320"/>
                <a:gridCol w="8595360"/>
              </a:tblGrid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8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register, demo accounts, role routing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Health, courses, lessons, exercises, AI chat, progress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for courses/lessons; progress writes; enrollments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Tutor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replies, chatId null case, Gemini fallback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list HIT/MISS, production static 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Landing, dashboard, lesson layout, mobile layout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login, missing fields, AI misconfiguration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11/17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Testing Was Done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247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(Chrome)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112471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student &amp; admin UI flows, responsive layout, AI chat panel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019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VS Code terminal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190195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/ build, server logs, health curl checks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791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checks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267919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/api/health, auth, courses, AI chat with JWT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56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file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345643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seed data, progress rows, lesson content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336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423367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.env exclusion, code review of routes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0109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501091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start:fast — cached frontend + API on one 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12/17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stored only in server/.env — never committed to Git.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blocks .env / server/.env; only .env.example is public.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never receives or stores the Gemini API key.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bcrypt; JWT signs identity &amp; role.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guards: STUDENT vs ADMIN routes on backend.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 (e.g. Zod) prevents invalid AI chat payloads.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 avoid exposing secrets or stack traces to clients.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13/17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5740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Subject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4904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Lesson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4068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Exercise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3232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Tutor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2396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51560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cycle: Learn → Practice → Ask AI → Improve → Track → Complete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14/17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interactive learning environment for 5 school subjects.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assistance via secure Gemini integration.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Student and Admin experiences.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loads through memory cache, PWA, gzip, and lazy routes.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Express API + SQLite data model.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performed across auth, API, AI, UI, and error paths.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published on GitHub with secrets kept out of source control.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15/17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voice-based tutor (speech in / speech out).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Somali educational content and localized examples.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recommendations from progress data.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student performance analytics for teachers/admins.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(or installable PWA enhancements).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learning support for low-connectivity areas.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Redis/cloud DB if deployment scale requires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 ·  16/17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Somali-AI-Tutor combines interactive learning, AI assistance, and modern web technologies to provide Somali students with a more accessible and engaging learning experience.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Somali-AI-Tutor — Project Presentation</dc:title>
  <dc:subject>Interactive AI Learning Tutor for Somali Students</dc:subject>
  <dc:creator>Somali AI Learning Tutor</dc:creator>
  <cp:lastModifiedBy>Somali AI Learning Tutor</cp:lastModifiedBy>
  <cp:revision>1</cp:revision>
  <dcterms:created xsi:type="dcterms:W3CDTF">2026-08-30T17:17:06Z</dcterms:created>
  <dcterms:modified xsi:type="dcterms:W3CDTF">2026-08-30T17:17:06Z</dcterms:modified>
</cp:coreProperties>
</file>